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3" d="100"/>
          <a:sy n="143" d="100"/>
        </p:scale>
        <p:origin x="684" y="-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05136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C9A84C">
              <a:alpha val="15000"/>
            </a:srgbClr>
          </a:solidFill>
          <a:ln w="12700">
            <a:solidFill>
              <a:srgbClr val="C9A84C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82880" y="4389120"/>
            <a:ext cx="731520" cy="731520"/>
          </a:xfrm>
          <a:prstGeom prst="ellipse">
            <a:avLst/>
          </a:prstGeom>
          <a:solidFill>
            <a:srgbClr val="C9A84C">
              <a:alpha val="30000"/>
            </a:srgbClr>
          </a:solidFill>
          <a:ln w="12700">
            <a:solidFill>
              <a:srgbClr val="C9A84C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DHARMA'S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Esthetic Design Center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Content &amp; Store Growth Services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108960"/>
            <a:ext cx="164592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32918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AI. Delivered by professionals.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ARE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6858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turn Shopify stores into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recognizable brands.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2240280"/>
            <a:ext cx="5029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Dharma's Esthetic Design Center is a boutique digital agency built for online store owners. We combine AI-powered content creation with real human expertise to deliver professional results — fast, affordable, and built around your brand.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TikTok and Facebook ad campaigns to store optimization, GA4 setup, and AI-generated video commercials — we handle the work so you can focus on running your business.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0" y="1005840"/>
            <a:ext cx="2286000" cy="1051560"/>
          </a:xfrm>
          <a:prstGeom prst="roundRect">
            <a:avLst>
              <a:gd name="adj" fmla="val 6957"/>
            </a:avLst>
          </a:prstGeom>
          <a:solidFill>
            <a:srgbClr val="242424"/>
          </a:solidFill>
          <a:ln w="12700">
            <a:solidFill>
              <a:srgbClr val="C9A84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537960" y="1115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5+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537960" y="162763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 covered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0" y="2286000"/>
            <a:ext cx="2286000" cy="1051560"/>
          </a:xfrm>
          <a:prstGeom prst="roundRect">
            <a:avLst>
              <a:gd name="adj" fmla="val 6957"/>
            </a:avLst>
          </a:prstGeom>
          <a:solidFill>
            <a:srgbClr val="242424"/>
          </a:solidFill>
          <a:ln w="12700">
            <a:solidFill>
              <a:srgbClr val="C9A84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37960" y="23957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20+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537960" y="29077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offered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0" y="3566160"/>
            <a:ext cx="2286000" cy="1051560"/>
          </a:xfrm>
          <a:prstGeom prst="roundRect">
            <a:avLst>
              <a:gd name="adj" fmla="val 6957"/>
            </a:avLst>
          </a:prstGeom>
          <a:solidFill>
            <a:srgbClr val="242424"/>
          </a:solidFill>
          <a:ln w="12700">
            <a:solidFill>
              <a:srgbClr val="C9A84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37960" y="367588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1–7 days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537960" y="41879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Turnaround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PACKAGES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tiers. One goal — your store grows.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417320"/>
            <a:ext cx="2743200" cy="3429000"/>
          </a:xfrm>
          <a:prstGeom prst="roundRect">
            <a:avLst>
              <a:gd name="adj" fmla="val 3333"/>
            </a:avLst>
          </a:prstGeom>
          <a:solidFill>
            <a:srgbClr val="242424"/>
          </a:solidFill>
          <a:ln w="12700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84632" y="157276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Starter Launch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84632" y="197510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visible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84632" y="22860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$650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84632" y="283464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4632" y="3090672"/>
            <a:ext cx="2377440" cy="18288"/>
          </a:xfrm>
          <a:prstGeom prst="rect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4632" y="3182112"/>
            <a:ext cx="2423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TikTok and Facebook ad copy, 7 branded still photo placements, and a hashtag strategy. Everything you need to show up consistently online from day one.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46120" y="1417320"/>
            <a:ext cx="2743200" cy="3429000"/>
          </a:xfrm>
          <a:prstGeom prst="roundRect">
            <a:avLst>
              <a:gd name="adj" fmla="val 3333"/>
            </a:avLst>
          </a:prstGeom>
          <a:solidFill>
            <a:srgbClr val="3D3D3D"/>
          </a:solidFill>
          <a:ln w="12700">
            <a:solidFill>
              <a:srgbClr val="C9A84C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749040" y="1325880"/>
            <a:ext cx="1737360" cy="292608"/>
          </a:xfrm>
          <a:prstGeom prst="roundRect">
            <a:avLst>
              <a:gd name="adj" fmla="val 18750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749040" y="133502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410712" y="157276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 Bundle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10712" y="197510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10712" y="22860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$1,450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3410712" y="283464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10712" y="3090672"/>
            <a:ext cx="2377440" cy="18288"/>
          </a:xfrm>
          <a:prstGeom prst="rect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410712" y="3182112"/>
            <a:ext cx="2423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Starter Launch plus a 10-second AI video commercial, GA4 setup, product optimization for up to 10 listings, and on-page SEO.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72200" y="1417320"/>
            <a:ext cx="2743200" cy="3429000"/>
          </a:xfrm>
          <a:prstGeom prst="roundRect">
            <a:avLst>
              <a:gd name="adj" fmla="val 3333"/>
            </a:avLst>
          </a:prstGeom>
          <a:solidFill>
            <a:srgbClr val="242424"/>
          </a:solidFill>
          <a:ln w="12700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336792" y="157276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Agency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336792" y="197510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solution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36792" y="22860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$2,200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6336792" y="283464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336792" y="3090672"/>
            <a:ext cx="2377440" cy="18288"/>
          </a:xfrm>
          <a:prstGeom prst="rect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336792" y="3182112"/>
            <a:ext cx="2423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Growth Bundle plus Facebook and Instagram page setup, store performance audit, brand enhancement, a blog post, and email marketing setup.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01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Starter Launch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$650  ·  Save $150 vs à la carte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visible on TikTok and Facebook from day one — with professional content, branded visuals, and a posting strategy that makes your store look like it's run by a full marketing team.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2606040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242424"/>
          </a:solidFill>
          <a:ln w="12700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77240" y="2697480"/>
            <a:ext cx="347472" cy="347472"/>
          </a:xfrm>
          <a:prstGeom prst="ellipse">
            <a:avLst/>
          </a:prstGeom>
          <a:solidFill>
            <a:srgbClr val="C9A84C">
              <a:alpha val="20000"/>
            </a:srgbClr>
          </a:solidFill>
          <a:ln w="12700">
            <a:solidFill>
              <a:srgbClr val="C9A84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2697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34440" y="267004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TikTok ad copy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34440" y="2889504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scroll-stopping posts — each with a strong hook, copy targeting store owner pain points, a clear call to action, and a full hashtag set. Delivered as a ready-to-post Google Doc.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94360" y="3227832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242424"/>
          </a:solidFill>
          <a:ln w="12700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77240" y="3319272"/>
            <a:ext cx="347472" cy="347472"/>
          </a:xfrm>
          <a:prstGeom prst="ellipse">
            <a:avLst/>
          </a:prstGeom>
          <a:solidFill>
            <a:srgbClr val="C9A84C">
              <a:alpha val="20000"/>
            </a:srgbClr>
          </a:solidFill>
          <a:ln w="12700">
            <a:solidFill>
              <a:srgbClr val="C9A84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7240" y="33192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34440" y="32918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Facebook ad copy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234440" y="3511296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story-driven posts written for Facebook's longer format. Builds trust and drives clicks. Each post includes caption and suggested targeting notes.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3849624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242424"/>
          </a:solidFill>
          <a:ln w="12700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77240" y="3941064"/>
            <a:ext cx="347472" cy="347472"/>
          </a:xfrm>
          <a:prstGeom prst="ellipse">
            <a:avLst/>
          </a:prstGeom>
          <a:solidFill>
            <a:srgbClr val="C9A84C">
              <a:alpha val="20000"/>
            </a:srgbClr>
          </a:solidFill>
          <a:ln w="12700">
            <a:solidFill>
              <a:srgbClr val="C9A84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7240" y="39410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234440" y="39136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still photo placements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234440" y="4133088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branded graphics designed and sized for both TikTok and Facebook. Each pairs with the matching day's copy so every post is complete — text and visual together.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94360" y="4471416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242424"/>
          </a:solidFill>
          <a:ln w="12700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77240" y="4562856"/>
            <a:ext cx="347472" cy="347472"/>
          </a:xfrm>
          <a:prstGeom prst="ellipse">
            <a:avLst/>
          </a:prstGeom>
          <a:solidFill>
            <a:srgbClr val="C9A84C">
              <a:alpha val="20000"/>
            </a:srgbClr>
          </a:solidFill>
          <a:ln w="12700">
            <a:solidFill>
              <a:srgbClr val="C9A84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77240" y="45628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234440" y="453542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Hashtag and caption strategy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234440" y="4754880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one-page strategy covering which hashtags to use, when to post for best reach, and how to mix content types across 7 days. A system, not just content.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943600" y="1645920"/>
            <a:ext cx="2834640" cy="868680"/>
          </a:xfrm>
          <a:prstGeom prst="roundRect">
            <a:avLst>
              <a:gd name="adj" fmla="val 8421"/>
            </a:avLst>
          </a:prstGeom>
          <a:solidFill>
            <a:srgbClr val="242424"/>
          </a:solidFill>
          <a:ln w="12700">
            <a:solidFill>
              <a:srgbClr val="C9A84C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080760" y="17190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Delivery: 3–5 business days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080760" y="2011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files delivered via Google Drive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oundRect">
            <a:avLst/>
          </a:prstGeom>
          <a:solidFill>
            <a:srgbClr val="C9A84C">
              <a:alpha val="8000"/>
            </a:srgbClr>
          </a:solidFill>
          <a:ln w="12700">
            <a:solidFill>
              <a:srgbClr val="C9A84C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02  ·  MOST POPULAR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 Bundle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$1,450  ·  Save $400 vs à la carte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plus store work — done. The Growth Bundle covers your social presence and your actual store in one package. This is the one most Shopify store owners need.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2487168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242424"/>
          </a:solidFill>
          <a:ln w="12700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77240" y="2560320"/>
            <a:ext cx="310896" cy="310896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2560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07008" y="25328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Starter Launch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07008" y="2734056"/>
            <a:ext cx="7406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7-day TikTok and Facebook ad copy, 7 still photo placements, and hashtag strategy included.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94360" y="301752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242424"/>
          </a:solidFill>
          <a:ln w="12700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77240" y="3090672"/>
            <a:ext cx="310896" cy="310896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30906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207008" y="30632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10-second AI video commercial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07008" y="3264408"/>
            <a:ext cx="7406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live-action AI-generated video ad, ready to run on TikTok, Facebook, or Instagram. Fast, professional, no film crew needed.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94360" y="3547872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242424"/>
          </a:solidFill>
          <a:ln w="12700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77240" y="3621024"/>
            <a:ext cx="310896" cy="310896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77240" y="36210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207008" y="3593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GA4 installation and setup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207008" y="3794760"/>
            <a:ext cx="7406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Analytics 4 fully installed and configured on your Shopify store. Goals set. Data flowing. You finally know what's working.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94360" y="4078224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242424"/>
          </a:solidFill>
          <a:ln w="12700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77240" y="4151376"/>
            <a:ext cx="310896" cy="310896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77240" y="4151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207008" y="412394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optimization (up to 10 listings)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207008" y="4325112"/>
            <a:ext cx="7406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product titles, descriptions, and structure rewritten for search and conversion. More people find them. More people buy.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94360" y="4608576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242424"/>
          </a:solidFill>
          <a:ln w="12700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77240" y="4681728"/>
            <a:ext cx="310896" cy="310896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77240" y="46817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207008" y="46542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On-page SEO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207008" y="4855464"/>
            <a:ext cx="7406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titles, descriptions, heading structure, and keyword targeting applied across your store pages.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943600" y="1645920"/>
            <a:ext cx="2834640" cy="868680"/>
          </a:xfrm>
          <a:prstGeom prst="roundRect">
            <a:avLst>
              <a:gd name="adj" fmla="val 8421"/>
            </a:avLst>
          </a:prstGeom>
          <a:solidFill>
            <a:srgbClr val="242424"/>
          </a:solidFill>
          <a:ln w="12700">
            <a:solidFill>
              <a:srgbClr val="C9A84C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080760" y="17190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Delivery: 5–7 business days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080760" y="2011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account manager included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03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Agency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$2,200  ·  Save $700 vs à la carte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Everything, done for you. Content, store optimization, branding, social setup, email marketing, and more. One package that covers the entire digital foundation of your business.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2514600"/>
            <a:ext cx="4114800" cy="713232"/>
          </a:xfrm>
          <a:prstGeom prst="roundRect">
            <a:avLst>
              <a:gd name="adj" fmla="val 8974"/>
            </a:avLst>
          </a:prstGeom>
          <a:solidFill>
            <a:srgbClr val="242424"/>
          </a:solidFill>
          <a:ln w="12700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85800" y="2624328"/>
            <a:ext cx="310896" cy="310896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2624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15568" y="260604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Growth Bundle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15568" y="284378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content, video, GA4, product optimization, and SEO included.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02920" y="3319272"/>
            <a:ext cx="4114800" cy="713232"/>
          </a:xfrm>
          <a:prstGeom prst="roundRect">
            <a:avLst>
              <a:gd name="adj" fmla="val 8974"/>
            </a:avLst>
          </a:prstGeom>
          <a:solidFill>
            <a:srgbClr val="242424"/>
          </a:solidFill>
          <a:ln w="12700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85800" y="3429000"/>
            <a:ext cx="310896" cy="310896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" y="3429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15568" y="341071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and Instagram page setup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15568" y="364845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branded pages — bio, cover, highlights, and link-in-bio — optimized for your audience.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4123944"/>
            <a:ext cx="4114800" cy="713232"/>
          </a:xfrm>
          <a:prstGeom prst="roundRect">
            <a:avLst>
              <a:gd name="adj" fmla="val 8974"/>
            </a:avLst>
          </a:prstGeom>
          <a:solidFill>
            <a:srgbClr val="242424"/>
          </a:solidFill>
          <a:ln w="12700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85800" y="4233672"/>
            <a:ext cx="310896" cy="310896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5800" y="42336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15568" y="421538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performance audit and fixes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15568" y="44531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Speed, user experience, and conversion improvements applied to your live store.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46320" y="2514600"/>
            <a:ext cx="4023360" cy="713232"/>
          </a:xfrm>
          <a:prstGeom prst="roundRect">
            <a:avLst>
              <a:gd name="adj" fmla="val 8974"/>
            </a:avLst>
          </a:prstGeom>
          <a:solidFill>
            <a:srgbClr val="242424"/>
          </a:solidFill>
          <a:ln w="12700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029200" y="2624328"/>
            <a:ext cx="310896" cy="310896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9200" y="2624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58968" y="26060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enhancement and positioning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58968" y="284378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brand identity sharpened — voice, positioning, and visual consistency across all channels.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46320" y="3319272"/>
            <a:ext cx="4023360" cy="713232"/>
          </a:xfrm>
          <a:prstGeom prst="roundRect">
            <a:avLst>
              <a:gd name="adj" fmla="val 8974"/>
            </a:avLst>
          </a:prstGeom>
          <a:solidFill>
            <a:srgbClr val="242424"/>
          </a:solidFill>
          <a:ln w="12700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029200" y="3429000"/>
            <a:ext cx="310896" cy="310896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029200" y="3429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58968" y="341071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SEO-optimized blog post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58968" y="364845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800–1,200 word blog post written for your niche, keyword-targeted and ready to publish.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846320" y="4123944"/>
            <a:ext cx="4023360" cy="713232"/>
          </a:xfrm>
          <a:prstGeom prst="roundRect">
            <a:avLst>
              <a:gd name="adj" fmla="val 8974"/>
            </a:avLst>
          </a:prstGeom>
          <a:solidFill>
            <a:srgbClr val="242424"/>
          </a:solidFill>
          <a:ln w="12700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029200" y="4233672"/>
            <a:ext cx="310896" cy="310896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029200" y="42336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58968" y="421538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marketing setup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58968" y="44531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flow built out — three emails that introduce your brand and drive first purchases.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LA CARTE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 only what you need.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services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846320" y="12618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services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600200"/>
            <a:ext cx="4160520" cy="475488"/>
          </a:xfrm>
          <a:prstGeom prst="roundRect">
            <a:avLst>
              <a:gd name="adj" fmla="val 11538"/>
            </a:avLst>
          </a:prstGeom>
          <a:solidFill>
            <a:srgbClr val="242424"/>
          </a:solidFill>
          <a:ln w="12700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71907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TikTok ad copy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566160" y="171907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$200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157984"/>
            <a:ext cx="4160520" cy="475488"/>
          </a:xfrm>
          <a:prstGeom prst="roundRect">
            <a:avLst>
              <a:gd name="adj" fmla="val 11538"/>
            </a:avLst>
          </a:prstGeom>
          <a:solidFill>
            <a:srgbClr val="242424"/>
          </a:solidFill>
          <a:ln w="12700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5800" y="227685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Facebook ad copy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66160" y="227685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$200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2715768"/>
            <a:ext cx="4160520" cy="475488"/>
          </a:xfrm>
          <a:prstGeom prst="roundRect">
            <a:avLst>
              <a:gd name="adj" fmla="val 11538"/>
            </a:avLst>
          </a:prstGeom>
          <a:solidFill>
            <a:srgbClr val="242424"/>
          </a:solidFill>
          <a:ln w="12700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" y="283464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still photo placements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66160" y="283464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$200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3273552"/>
            <a:ext cx="4160520" cy="475488"/>
          </a:xfrm>
          <a:prstGeom prst="roundRect">
            <a:avLst>
              <a:gd name="adj" fmla="val 11538"/>
            </a:avLst>
          </a:prstGeom>
          <a:solidFill>
            <a:srgbClr val="242424"/>
          </a:solidFill>
          <a:ln w="12700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85800" y="339242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video commercial (10 sec)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66160" y="339242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$300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2920" y="3831336"/>
            <a:ext cx="4160520" cy="475488"/>
          </a:xfrm>
          <a:prstGeom prst="roundRect">
            <a:avLst>
              <a:gd name="adj" fmla="val 11538"/>
            </a:avLst>
          </a:prstGeom>
          <a:solidFill>
            <a:srgbClr val="242424"/>
          </a:solidFill>
          <a:ln w="12700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5800" y="395020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 post (SEO optimized)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566160" y="395020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$150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2920" y="4389120"/>
            <a:ext cx="4160520" cy="475488"/>
          </a:xfrm>
          <a:prstGeom prst="roundRect">
            <a:avLst>
              <a:gd name="adj" fmla="val 11538"/>
            </a:avLst>
          </a:prstGeom>
          <a:solidFill>
            <a:srgbClr val="242424"/>
          </a:solidFill>
          <a:ln w="12700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85800" y="450799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posting — 30 days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566160" y="450799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$50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00600" y="1600200"/>
            <a:ext cx="4069080" cy="475488"/>
          </a:xfrm>
          <a:prstGeom prst="roundRect">
            <a:avLst>
              <a:gd name="adj" fmla="val 11538"/>
            </a:avLst>
          </a:prstGeom>
          <a:solidFill>
            <a:srgbClr val="242424"/>
          </a:solidFill>
          <a:ln w="12700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956048" y="171907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GA4 installation and setup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818120" y="171907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$150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800600" y="2157984"/>
            <a:ext cx="4069080" cy="475488"/>
          </a:xfrm>
          <a:prstGeom prst="roundRect">
            <a:avLst>
              <a:gd name="adj" fmla="val 11538"/>
            </a:avLst>
          </a:prstGeom>
          <a:solidFill>
            <a:srgbClr val="242424"/>
          </a:solidFill>
          <a:ln w="12700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956048" y="2276856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optimization (10 listings)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818120" y="227685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$350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800600" y="2715768"/>
            <a:ext cx="4069080" cy="475488"/>
          </a:xfrm>
          <a:prstGeom prst="roundRect">
            <a:avLst>
              <a:gd name="adj" fmla="val 11538"/>
            </a:avLst>
          </a:prstGeom>
          <a:solidFill>
            <a:srgbClr val="242424"/>
          </a:solidFill>
          <a:ln w="12700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956048" y="283464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On-page SEO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818120" y="283464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$100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800600" y="3273552"/>
            <a:ext cx="4069080" cy="475488"/>
          </a:xfrm>
          <a:prstGeom prst="roundRect">
            <a:avLst>
              <a:gd name="adj" fmla="val 11538"/>
            </a:avLst>
          </a:prstGeom>
          <a:solidFill>
            <a:srgbClr val="242424"/>
          </a:solidFill>
          <a:ln w="12700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956048" y="339242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performance audit and fixes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818120" y="339242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$350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800600" y="3831336"/>
            <a:ext cx="4069080" cy="475488"/>
          </a:xfrm>
          <a:prstGeom prst="roundRect">
            <a:avLst>
              <a:gd name="adj" fmla="val 11538"/>
            </a:avLst>
          </a:prstGeom>
          <a:solidFill>
            <a:srgbClr val="242424"/>
          </a:solidFill>
          <a:ln w="12700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956048" y="395020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or Instagram page setup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818120" y="395020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$200 ea.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800600" y="4389120"/>
            <a:ext cx="4069080" cy="475488"/>
          </a:xfrm>
          <a:prstGeom prst="roundRect">
            <a:avLst>
              <a:gd name="adj" fmla="val 11538"/>
            </a:avLst>
          </a:prstGeom>
          <a:solidFill>
            <a:srgbClr val="242424"/>
          </a:solidFill>
          <a:ln w="12700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956048" y="450799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marketing setup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818120" y="450799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$500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3657600" cy="3657600"/>
          </a:xfrm>
          <a:prstGeom prst="ellipse">
            <a:avLst/>
          </a:prstGeom>
          <a:solidFill>
            <a:srgbClr val="C9A84C">
              <a:alpha val="10000"/>
            </a:srgbClr>
          </a:solidFill>
          <a:ln w="12700">
            <a:solidFill>
              <a:srgbClr val="C9A84C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-914400"/>
            <a:ext cx="3200400" cy="3200400"/>
          </a:xfrm>
          <a:prstGeom prst="ellipse">
            <a:avLst/>
          </a:prstGeom>
          <a:solidFill>
            <a:srgbClr val="C9A84C">
              <a:alpha val="12000"/>
            </a:srgbClr>
          </a:solidFill>
          <a:ln w="12700">
            <a:solidFill>
              <a:srgbClr val="C9A84C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371600" y="9144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DHARMA'S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14400" y="1298448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Esthetic Design Center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371600" y="21945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store. Your brand. Done right.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749040" y="2743200"/>
            <a:ext cx="164592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371600" y="29260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get started?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333756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us at EcomBuildsHub.com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37307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@dharmasemporium on TikTok, Instagram, Facebook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930</Words>
  <Application>Microsoft Office PowerPoint</Application>
  <PresentationFormat>On-screen Show (16:9)</PresentationFormat>
  <Paragraphs>137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Dharma's Esthetic Design Center — Service Packages</dc:title>
  <dc:subject>PptxGenJS Presentation</dc:subject>
  <dc:creator>PptxGenJS</dc:creator>
  <cp:lastModifiedBy>Jason Gregory</cp:lastModifiedBy>
  <cp:revision>1</cp:revision>
  <dcterms:created xsi:type="dcterms:W3CDTF">2026-06-29T01:36:23Z</dcterms:created>
  <dcterms:modified xsi:type="dcterms:W3CDTF">2026-06-29T01:43:25Z</dcterms:modified>
</cp:coreProperties>
</file>